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50" d="100"/>
          <a:sy n="150" d="100"/>
        </p:scale>
        <p:origin x="1536" y="-2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85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3644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18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8349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5396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571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04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0843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74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942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699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84CAB-5A20-48A4-8C66-25B9D5C594C4}" type="datetimeFigureOut">
              <a:rPr lang="ko-KR" altLang="en-US" smtClean="0"/>
              <a:t>2020-09-01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19BF70-4B3C-4686-89C4-A2331CA2B3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49470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D49B8797-21C8-4393-83F6-2B6B1A8F7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87" y="226122"/>
            <a:ext cx="6430819" cy="92226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00A394-9521-4E24-A9E5-E4E969A1D062}"/>
              </a:ext>
            </a:extLst>
          </p:cNvPr>
          <p:cNvSpPr txBox="1"/>
          <p:nvPr/>
        </p:nvSpPr>
        <p:spPr>
          <a:xfrm>
            <a:off x="1314450" y="762000"/>
            <a:ext cx="71045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/>
              <a:t>20192481</a:t>
            </a:r>
            <a:endParaRPr lang="ko-KR" altLang="en-US" sz="1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55E5437-ADF6-4760-9C56-510219FF0A4D}"/>
              </a:ext>
            </a:extLst>
          </p:cNvPr>
          <p:cNvSpPr txBox="1"/>
          <p:nvPr/>
        </p:nvSpPr>
        <p:spPr>
          <a:xfrm>
            <a:off x="3300599" y="754305"/>
            <a:ext cx="25680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2</a:t>
            </a:r>
            <a:endParaRPr lang="ko-KR" altLang="en-US" sz="11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79ADE7-F7AC-44D2-BE56-4B2C2A72BB2B}"/>
              </a:ext>
            </a:extLst>
          </p:cNvPr>
          <p:cNvSpPr txBox="1"/>
          <p:nvPr/>
        </p:nvSpPr>
        <p:spPr>
          <a:xfrm>
            <a:off x="4648200" y="745896"/>
            <a:ext cx="60785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/>
              <a:t>조욱래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F360A11-0A00-4CDF-BBB3-1C78C7A8539C}"/>
              </a:ext>
            </a:extLst>
          </p:cNvPr>
          <p:cNvSpPr txBox="1"/>
          <p:nvPr/>
        </p:nvSpPr>
        <p:spPr>
          <a:xfrm>
            <a:off x="366943" y="1381125"/>
            <a:ext cx="306205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private:</a:t>
            </a:r>
            <a:r>
              <a:rPr lang="ko-KR" altLang="en-US" sz="900" dirty="0"/>
              <a:t>해당클래스 내부에서만 사용접근가능</a:t>
            </a:r>
            <a:endParaRPr lang="en-US" altLang="ko-KR" sz="900" dirty="0"/>
          </a:p>
          <a:p>
            <a:r>
              <a:rPr lang="en-US" altLang="ko-KR" sz="900" dirty="0"/>
              <a:t>Protected:</a:t>
            </a:r>
            <a:r>
              <a:rPr lang="ko-KR" altLang="en-US" sz="900" dirty="0"/>
              <a:t>해당클래스와 상속받은 클래스에서만 사용가능</a:t>
            </a:r>
            <a:endParaRPr lang="en-US" altLang="ko-KR" sz="900" dirty="0"/>
          </a:p>
          <a:p>
            <a:r>
              <a:rPr lang="en-US" altLang="ko-KR" sz="900" dirty="0"/>
              <a:t>public  :</a:t>
            </a:r>
            <a:r>
              <a:rPr lang="ko-KR" altLang="en-US" sz="900" dirty="0"/>
              <a:t>어디에서나 접근가능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8AB940-B803-4010-BCF1-6B1FB53BA393}"/>
              </a:ext>
            </a:extLst>
          </p:cNvPr>
          <p:cNvSpPr txBox="1"/>
          <p:nvPr/>
        </p:nvSpPr>
        <p:spPr>
          <a:xfrm>
            <a:off x="2176895" y="3248025"/>
            <a:ext cx="1380506" cy="6001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/>
              <a:t>a[0]=&gt;10 *a=&gt;10</a:t>
            </a:r>
          </a:p>
          <a:p>
            <a:r>
              <a:rPr lang="en-US" altLang="ko-KR" sz="1100" dirty="0"/>
              <a:t>a[1]=&gt;20 *a+1=&gt;11</a:t>
            </a:r>
          </a:p>
          <a:p>
            <a:r>
              <a:rPr lang="en-US" altLang="ko-KR" sz="1100" dirty="0"/>
              <a:t>a[2]=&gt;20 *(a+1)=&gt;20</a:t>
            </a:r>
            <a:endParaRPr lang="ko-KR" altLang="en-US" sz="11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EB4BCD2-7009-4920-97FC-0F98976F4EE9}"/>
              </a:ext>
            </a:extLst>
          </p:cNvPr>
          <p:cNvSpPr txBox="1"/>
          <p:nvPr/>
        </p:nvSpPr>
        <p:spPr>
          <a:xfrm>
            <a:off x="1556371" y="4127332"/>
            <a:ext cx="1095172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/>
              <a:t>C++</a:t>
            </a:r>
            <a:r>
              <a:rPr lang="ko-KR" altLang="en-US" sz="1050" dirty="0"/>
              <a:t>입출력 헤더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EECDECA-DC3E-4FAE-BFA9-9CF9059BC434}"/>
              </a:ext>
            </a:extLst>
          </p:cNvPr>
          <p:cNvSpPr txBox="1"/>
          <p:nvPr/>
        </p:nvSpPr>
        <p:spPr>
          <a:xfrm>
            <a:off x="2014308" y="4299621"/>
            <a:ext cx="16530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0" i="0" dirty="0">
                <a:solidFill>
                  <a:srgbClr val="202124"/>
                </a:solidFill>
                <a:effectLst/>
                <a:latin typeface="Apple SD Gothic Neo"/>
              </a:rPr>
              <a:t>표준 네임스페이스를 사용</a:t>
            </a:r>
            <a:endParaRPr lang="ko-KR" altLang="en-US" sz="1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8DEB650-EDF9-4C02-9367-ED4CBAB83E2B}"/>
              </a:ext>
            </a:extLst>
          </p:cNvPr>
          <p:cNvSpPr txBox="1"/>
          <p:nvPr/>
        </p:nvSpPr>
        <p:spPr>
          <a:xfrm>
            <a:off x="1484355" y="4441894"/>
            <a:ext cx="105990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Com2</a:t>
            </a:r>
            <a:r>
              <a:rPr lang="ko-KR" altLang="en-US" sz="900" dirty="0"/>
              <a:t>클래스 선언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770465-819F-4D35-9A02-F1B99FFDB576}"/>
              </a:ext>
            </a:extLst>
          </p:cNvPr>
          <p:cNvSpPr txBox="1"/>
          <p:nvPr/>
        </p:nvSpPr>
        <p:spPr>
          <a:xfrm>
            <a:off x="1056206" y="4545842"/>
            <a:ext cx="5164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private</a:t>
            </a:r>
            <a:endParaRPr lang="ko-KR" altLang="en-US" sz="9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2635258-A006-4452-8A64-EEBE376CEEF1}"/>
              </a:ext>
            </a:extLst>
          </p:cNvPr>
          <p:cNvSpPr txBox="1"/>
          <p:nvPr/>
        </p:nvSpPr>
        <p:spPr>
          <a:xfrm>
            <a:off x="1039883" y="4783853"/>
            <a:ext cx="47000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public</a:t>
            </a:r>
            <a:endParaRPr lang="ko-KR" altLang="en-US" sz="9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5F7606-7626-42FD-B725-178D584EA680}"/>
              </a:ext>
            </a:extLst>
          </p:cNvPr>
          <p:cNvSpPr txBox="1"/>
          <p:nvPr/>
        </p:nvSpPr>
        <p:spPr>
          <a:xfrm>
            <a:off x="1251639" y="4652207"/>
            <a:ext cx="105830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/>
              <a:t>Private int </a:t>
            </a:r>
            <a:r>
              <a:rPr lang="en-US" altLang="ko-KR" sz="900" dirty="0" err="1"/>
              <a:t>val</a:t>
            </a:r>
            <a:r>
              <a:rPr lang="ko-KR" altLang="en-US" sz="900" dirty="0"/>
              <a:t>선언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CC53470-25A4-4D45-B692-5EBDB174A9E9}"/>
              </a:ext>
            </a:extLst>
          </p:cNvPr>
          <p:cNvSpPr txBox="1"/>
          <p:nvPr/>
        </p:nvSpPr>
        <p:spPr>
          <a:xfrm>
            <a:off x="2012424" y="4915240"/>
            <a:ext cx="1088760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ShowCom2 </a:t>
            </a:r>
            <a:r>
              <a:rPr lang="ko-KR" altLang="en-US" sz="800" dirty="0"/>
              <a:t>함수선언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AFDB4E0-B7E7-4C05-BCA5-D7280C0C0835}"/>
              </a:ext>
            </a:extLst>
          </p:cNvPr>
          <p:cNvSpPr txBox="1"/>
          <p:nvPr/>
        </p:nvSpPr>
        <p:spPr>
          <a:xfrm>
            <a:off x="1879377" y="5040780"/>
            <a:ext cx="7200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생성자 선언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19B65B-0E7A-451F-863F-C55E368A39ED}"/>
              </a:ext>
            </a:extLst>
          </p:cNvPr>
          <p:cNvSpPr txBox="1"/>
          <p:nvPr/>
        </p:nvSpPr>
        <p:spPr>
          <a:xfrm>
            <a:off x="1988740" y="5396970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생성자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A3200A-1D4E-428F-B98E-DA05BA400575}"/>
              </a:ext>
            </a:extLst>
          </p:cNvPr>
          <p:cNvSpPr txBox="1"/>
          <p:nvPr/>
        </p:nvSpPr>
        <p:spPr>
          <a:xfrm>
            <a:off x="2234961" y="5864855"/>
            <a:ext cx="88357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ShowCom2 </a:t>
            </a:r>
            <a:r>
              <a:rPr lang="ko-KR" altLang="en-US" sz="800" dirty="0"/>
              <a:t>함수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C84FF35-E80F-44A2-BDF1-2CB48E7FAFED}"/>
              </a:ext>
            </a:extLst>
          </p:cNvPr>
          <p:cNvSpPr txBox="1"/>
          <p:nvPr/>
        </p:nvSpPr>
        <p:spPr>
          <a:xfrm>
            <a:off x="1129732" y="6343142"/>
            <a:ext cx="8595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Com2</a:t>
            </a:r>
            <a:r>
              <a:rPr lang="ko-KR" altLang="en-US" sz="800" dirty="0"/>
              <a:t>변수 생성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01D7403-8293-45E8-ABA9-7180C3E01703}"/>
              </a:ext>
            </a:extLst>
          </p:cNvPr>
          <p:cNvSpPr txBox="1"/>
          <p:nvPr/>
        </p:nvSpPr>
        <p:spPr>
          <a:xfrm>
            <a:off x="1212365" y="6191719"/>
            <a:ext cx="543739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700" dirty="0" err="1"/>
              <a:t>메인함수</a:t>
            </a:r>
            <a:endParaRPr lang="ko-KR" altLang="en-US" sz="8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CBFEC1-2133-456D-8E69-EA476C0A0106}"/>
              </a:ext>
            </a:extLst>
          </p:cNvPr>
          <p:cNvSpPr txBox="1"/>
          <p:nvPr/>
        </p:nvSpPr>
        <p:spPr>
          <a:xfrm>
            <a:off x="1450411" y="6447285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함수호출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E95C06-B220-480A-9301-9FFD88CE74D3}"/>
              </a:ext>
            </a:extLst>
          </p:cNvPr>
          <p:cNvSpPr txBox="1"/>
          <p:nvPr/>
        </p:nvSpPr>
        <p:spPr>
          <a:xfrm>
            <a:off x="1387907" y="6574004"/>
            <a:ext cx="197522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800" dirty="0"/>
              <a:t>Com2</a:t>
            </a:r>
            <a:r>
              <a:rPr lang="ko-KR" altLang="en-US" sz="800" dirty="0"/>
              <a:t>변수 생성 </a:t>
            </a:r>
            <a:r>
              <a:rPr lang="en-US" altLang="ko-KR" sz="800" dirty="0"/>
              <a:t>+ </a:t>
            </a:r>
            <a:r>
              <a:rPr lang="ko-KR" altLang="en-US" sz="800" dirty="0"/>
              <a:t>생성자에 </a:t>
            </a:r>
            <a:r>
              <a:rPr lang="en-US" altLang="ko-KR" sz="800" dirty="0"/>
              <a:t>100</a:t>
            </a:r>
            <a:r>
              <a:rPr lang="ko-KR" altLang="en-US" sz="800" dirty="0"/>
              <a:t>을 보내줌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3187C61-818B-407A-8570-93352EDC6B70}"/>
              </a:ext>
            </a:extLst>
          </p:cNvPr>
          <p:cNvSpPr txBox="1"/>
          <p:nvPr/>
        </p:nvSpPr>
        <p:spPr>
          <a:xfrm>
            <a:off x="1429866" y="670886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/>
              <a:t>함수호출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2C2CAE-05F7-4A68-A50D-48FB55DEC88C}"/>
              </a:ext>
            </a:extLst>
          </p:cNvPr>
          <p:cNvSpPr txBox="1"/>
          <p:nvPr/>
        </p:nvSpPr>
        <p:spPr>
          <a:xfrm>
            <a:off x="414524" y="8586748"/>
            <a:ext cx="288607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함수호출시 필요한 매개변수에 </a:t>
            </a:r>
            <a:r>
              <a:rPr lang="ko-KR" altLang="en-US" sz="700" dirty="0" err="1"/>
              <a:t>인자값을</a:t>
            </a:r>
            <a:r>
              <a:rPr lang="ko-KR" altLang="en-US" sz="700" dirty="0"/>
              <a:t> 전달 하지 않았을 시 자동으로 기본값을 가진다</a:t>
            </a:r>
            <a:r>
              <a:rPr lang="en-US" altLang="ko-KR" sz="700" dirty="0"/>
              <a:t>.</a:t>
            </a:r>
            <a:endParaRPr lang="ko-KR" altLang="en-US" sz="7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DD9F755-5B52-490D-8970-A3473BF32A1B}"/>
              </a:ext>
            </a:extLst>
          </p:cNvPr>
          <p:cNvSpPr txBox="1"/>
          <p:nvPr/>
        </p:nvSpPr>
        <p:spPr>
          <a:xfrm>
            <a:off x="955504" y="7305951"/>
            <a:ext cx="241329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700" dirty="0"/>
              <a:t>함수의 이름을 동일하게 한 후 매개변수의 종류나 개수를 다르게 하여 인자 호출 방식에 따라 호출될 대상함수를 정하는 방법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17C6EE-8B20-4954-9272-752E651053FD}"/>
              </a:ext>
            </a:extLst>
          </p:cNvPr>
          <p:cNvSpPr txBox="1"/>
          <p:nvPr/>
        </p:nvSpPr>
        <p:spPr>
          <a:xfrm>
            <a:off x="1035654" y="7700454"/>
            <a:ext cx="22091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600" b="0" i="0" dirty="0" err="1">
                <a:solidFill>
                  <a:srgbClr val="333333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상속받았을때</a:t>
            </a:r>
            <a:r>
              <a:rPr lang="ko-KR" altLang="en-US" sz="600" b="0" i="0" dirty="0">
                <a:solidFill>
                  <a:srgbClr val="333333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 부모클래스의 함수를 사용하지 않고 다른 기능을 </a:t>
            </a:r>
            <a:r>
              <a:rPr lang="ko-KR" altLang="en-US" sz="600" b="0" i="0" dirty="0" err="1">
                <a:solidFill>
                  <a:srgbClr val="333333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실행할때</a:t>
            </a:r>
            <a:r>
              <a:rPr lang="ko-KR" altLang="en-US" sz="600" b="0" i="0" dirty="0">
                <a:solidFill>
                  <a:srgbClr val="333333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 함수를 자식클래스에 같은 이름</a:t>
            </a:r>
            <a:r>
              <a:rPr lang="en-US" altLang="ko-KR" sz="600" b="0" i="0" dirty="0">
                <a:solidFill>
                  <a:srgbClr val="333333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, </a:t>
            </a:r>
            <a:r>
              <a:rPr lang="ko-KR" altLang="en-US" sz="600" b="0" i="0" dirty="0">
                <a:solidFill>
                  <a:srgbClr val="333333"/>
                </a:solidFill>
                <a:effectLst/>
                <a:latin typeface="Gulim" panose="020B0600000101010101" pitchFamily="50" charset="-127"/>
                <a:ea typeface="Gulim" panose="020B0600000101010101" pitchFamily="50" charset="-127"/>
              </a:rPr>
              <a:t>매개변수로 재정의 해서 사용하는 것</a:t>
            </a:r>
            <a:endParaRPr lang="ko-KR" altLang="en-US" sz="6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0867A3A-BC3C-40C0-87EE-729213FEE7B8}"/>
              </a:ext>
            </a:extLst>
          </p:cNvPr>
          <p:cNvSpPr txBox="1"/>
          <p:nvPr/>
        </p:nvSpPr>
        <p:spPr>
          <a:xfrm>
            <a:off x="1010031" y="8224418"/>
            <a:ext cx="239039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900" dirty="0"/>
              <a:t>바인딩 과정이 실행 도중 이루어지는 바인딩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2D50999-4779-4540-8458-558A4AEF4609}"/>
              </a:ext>
            </a:extLst>
          </p:cNvPr>
          <p:cNvSpPr txBox="1"/>
          <p:nvPr/>
        </p:nvSpPr>
        <p:spPr>
          <a:xfrm>
            <a:off x="379431" y="9047074"/>
            <a:ext cx="2956259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 b="0" i="0" dirty="0">
                <a:solidFill>
                  <a:srgbClr val="575757"/>
                </a:solidFill>
                <a:effectLst/>
                <a:latin typeface="notokr"/>
              </a:rPr>
              <a:t> 하나 이상의 순수 가상 함수를 포함하는 클래스</a:t>
            </a:r>
            <a:endParaRPr lang="ko-KR" altLang="en-US" sz="105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B95D5F2-9F14-4140-8086-BB65EABC9627}"/>
              </a:ext>
            </a:extLst>
          </p:cNvPr>
          <p:cNvSpPr txBox="1"/>
          <p:nvPr/>
        </p:nvSpPr>
        <p:spPr>
          <a:xfrm>
            <a:off x="3613153" y="7359811"/>
            <a:ext cx="30290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/>
              <a:t>virtual </a:t>
            </a:r>
            <a:r>
              <a:rPr lang="ko-KR" altLang="en-US" sz="700" dirty="0"/>
              <a:t>을 </a:t>
            </a:r>
            <a:r>
              <a:rPr lang="ko-KR" altLang="en-US" sz="700" dirty="0" err="1"/>
              <a:t>사용하면자식의</a:t>
            </a:r>
            <a:r>
              <a:rPr lang="ko-KR" altLang="en-US" sz="700" dirty="0"/>
              <a:t> 주소를 부모 포인터에 업캐스팅 했을 시</a:t>
            </a:r>
          </a:p>
          <a:p>
            <a:r>
              <a:rPr lang="ko-KR" altLang="en-US" sz="700" dirty="0" err="1"/>
              <a:t>오버라이딩된</a:t>
            </a:r>
            <a:r>
              <a:rPr lang="ko-KR" altLang="en-US" sz="700" dirty="0"/>
              <a:t> 함수를 </a:t>
            </a:r>
            <a:r>
              <a:rPr lang="ko-KR" altLang="en-US" sz="700" dirty="0" err="1"/>
              <a:t>사용하게됨</a:t>
            </a:r>
            <a:endParaRPr lang="ko-KR" altLang="en-US" sz="7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A4B1CE-E06A-4F47-8B54-615AA8855B76}"/>
              </a:ext>
            </a:extLst>
          </p:cNvPr>
          <p:cNvSpPr txBox="1"/>
          <p:nvPr/>
        </p:nvSpPr>
        <p:spPr>
          <a:xfrm>
            <a:off x="4303306" y="8345177"/>
            <a:ext cx="9781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 + 5 = 8</a:t>
            </a:r>
            <a:endParaRPr lang="ko-KR" altLang="en-US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1A6670B-4772-4DED-A205-C9C17916BE9F}"/>
              </a:ext>
            </a:extLst>
          </p:cNvPr>
          <p:cNvSpPr txBox="1"/>
          <p:nvPr/>
        </p:nvSpPr>
        <p:spPr>
          <a:xfrm>
            <a:off x="5379466" y="7855086"/>
            <a:ext cx="984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 + 5 = 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971360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42</TotalTime>
  <Words>170</Words>
  <Application>Microsoft Office PowerPoint</Application>
  <PresentationFormat>A4 용지(210x297mm)</PresentationFormat>
  <Paragraphs>33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8" baseType="lpstr">
      <vt:lpstr>Apple SD Gothic Neo</vt:lpstr>
      <vt:lpstr>notokr</vt:lpstr>
      <vt:lpstr>굴림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욱래 조</dc:creator>
  <cp:lastModifiedBy>욱래 조</cp:lastModifiedBy>
  <cp:revision>4</cp:revision>
  <dcterms:created xsi:type="dcterms:W3CDTF">2020-09-01T02:08:35Z</dcterms:created>
  <dcterms:modified xsi:type="dcterms:W3CDTF">2020-09-01T02:50:50Z</dcterms:modified>
</cp:coreProperties>
</file>